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C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200000"/>
            <a:ext cx="8487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spc="300">
                <a:solidFill>
                  <a:srgbClr val="E8B84B"/>
                </a:solidFill>
                <a:latin typeface="Lato"/>
              </a:rPr>
              <a:t>THE TRUTH ABOUT AI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3500" y="3800000"/>
            <a:ext cx="600000" cy="254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42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5EDE3"/>
                </a:solidFill>
                <a:latin typeface="Playfair Display"/>
              </a:rPr>
              <a:t>Most AI tools take
your first answer.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600" b="0">
                <a:solidFill>
                  <a:srgbClr val="A0968C"/>
                </a:solidFill>
                <a:latin typeface="Playfair Display"/>
              </a:rPr>
              <a:t>And run with it.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400" b="1">
                <a:solidFill>
                  <a:srgbClr val="C94A2C"/>
                </a:solidFill>
                <a:latin typeface="Playfair Display"/>
              </a:rPr>
              <a:t>That's why you still
don't sound like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EDE3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E0623E"/>
                </a:solidFill>
                <a:latin typeface="Playfair Display"/>
              </a:rPr>
              <a:t>StoryPro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● ○ ○ ○ ○ ○ ○ ○ 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C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5EDE3"/>
                </a:solidFill>
                <a:latin typeface="Playfair Display"/>
              </a:rPr>
              <a:t>I spent years as
a TV producer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600" b="0">
                <a:solidFill>
                  <a:srgbClr val="A0968C"/>
                </a:solidFill>
                <a:latin typeface="Playfair Display"/>
              </a:rPr>
              <a:t>pulling real stories
out of people.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400" b="1">
                <a:solidFill>
                  <a:srgbClr val="E0623E"/>
                </a:solidFill>
                <a:latin typeface="Playfair Display"/>
              </a:rPr>
              <a:t>The polished ones
never made 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EDE3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E0623E"/>
                </a:solidFill>
                <a:latin typeface="Playfair Display"/>
              </a:rPr>
              <a:t>StoryPro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○ ● ○ ○ ○ ○ ○ ○ 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241208"/>
                </a:solidFill>
                <a:latin typeface="Playfair Display"/>
              </a:rPr>
              <a:t>I'd keep asking.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400" b="0">
                <a:solidFill>
                  <a:srgbClr val="7A4E38"/>
                </a:solidFill>
                <a:latin typeface="Playfair Display"/>
              </a:rPr>
              <a:t>Past the rehearsed answer.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200" b="0">
                <a:solidFill>
                  <a:srgbClr val="7A4E38"/>
                </a:solidFill>
                <a:latin typeface="Playfair Display"/>
              </a:rPr>
              <a:t>Past the version that
sounded good
but said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41208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C94A2C"/>
                </a:solidFill>
                <a:latin typeface="Playfair Display"/>
              </a:rPr>
              <a:t>StoryPro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A4E38"/>
                </a:solidFill>
                <a:latin typeface="Lato"/>
              </a:rPr>
              <a:t>○ ○ ● ○ ○ ○ ○ ○ 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C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0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600" b="0">
                <a:solidFill>
                  <a:srgbClr val="A0968C"/>
                </a:solidFill>
                <a:latin typeface="Playfair Display"/>
              </a:rPr>
              <a:t>Around question 9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4000" b="1">
                <a:solidFill>
                  <a:srgbClr val="F5EDE3"/>
                </a:solidFill>
                <a:latin typeface="Playfair Display"/>
              </a:rPr>
              <a:t>something would shift.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200" b="0">
                <a:solidFill>
                  <a:srgbClr val="A0968C"/>
                </a:solidFill>
                <a:latin typeface="Playfair Display"/>
              </a:rPr>
              <a:t>They'd say the thing
they didn't plan to say.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3500" y="6500000"/>
            <a:ext cx="600000" cy="254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7000000"/>
            <a:ext cx="848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79"/>
              </a:spcAft>
            </a:pPr>
            <a:r>
              <a:rPr sz="4200" b="1">
                <a:solidFill>
                  <a:srgbClr val="C94A2C"/>
                </a:solidFill>
                <a:latin typeface="Playfair Display"/>
              </a:rPr>
              <a:t>THAT made the
cut for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EDE3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E0623E"/>
                </a:solidFill>
                <a:latin typeface="Playfair Display"/>
              </a:rPr>
              <a:t>StoryPro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○ ○ ○ ● ○ ○ ○ ○ 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C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2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5EDE3"/>
                </a:solidFill>
                <a:latin typeface="Playfair Display"/>
              </a:rPr>
              <a:t>Most AI tools stop
at question 1.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400" b="0">
                <a:solidFill>
                  <a:srgbClr val="A0968C"/>
                </a:solidFill>
                <a:latin typeface="Playfair Display"/>
              </a:rPr>
              <a:t>No pushback.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400" b="0">
                <a:solidFill>
                  <a:srgbClr val="A0968C"/>
                </a:solidFill>
                <a:latin typeface="Playfair Display"/>
              </a:rPr>
              <a:t>No deeper questions.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600" b="1">
                <a:solidFill>
                  <a:srgbClr val="C94A2C"/>
                </a:solidFill>
                <a:latin typeface="Playfair Display"/>
              </a:rPr>
              <a:t>You stay stuck
there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EDE3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E0623E"/>
                </a:solidFill>
                <a:latin typeface="Playfair Display"/>
              </a:rPr>
              <a:t>StoryPro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○ ○ ○ ○ ● ○ ○ ○ 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8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241208"/>
                </a:solidFill>
                <a:latin typeface="Playfair Display"/>
              </a:rPr>
              <a:t>The best interviewers
don't accept the
first answer.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4200" b="1">
                <a:solidFill>
                  <a:srgbClr val="C94A2C"/>
                </a:solidFill>
                <a:latin typeface="Playfair Display"/>
              </a:rPr>
              <a:t>Neither should
your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41208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C94A2C"/>
                </a:solidFill>
                <a:latin typeface="Playfair Display"/>
              </a:rPr>
              <a:t>StoryPro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A4E38"/>
                </a:solidFill>
                <a:latin typeface="Lato"/>
              </a:rPr>
              <a:t>○ ○ ○ ○ ○ ● ○ ○ 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C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5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5EDE3"/>
                </a:solidFill>
                <a:latin typeface="Playfair Display"/>
              </a:rPr>
              <a:t>The missing layer in AI
isn't a better tool.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4000" b="1">
                <a:solidFill>
                  <a:srgbClr val="C94A2C"/>
                </a:solidFill>
                <a:latin typeface="Playfair Display"/>
              </a:rPr>
              <a:t>It's knowing what
only YOU can
bring to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EDE3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E0623E"/>
                </a:solidFill>
                <a:latin typeface="Playfair Display"/>
              </a:rPr>
              <a:t>StoryPro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○ ○ ○ ○ ○ ○ ● ○ 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C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3000000"/>
            <a:ext cx="8487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spc="300">
                <a:solidFill>
                  <a:srgbClr val="E8B84B"/>
                </a:solidFill>
                <a:latin typeface="Lato"/>
              </a:rPr>
              <a:t>THE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6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5EDE3"/>
                </a:solidFill>
                <a:latin typeface="Playfair Display"/>
              </a:rPr>
              <a:t>I built a tool that
asks question 9.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000" b="0">
                <a:solidFill>
                  <a:srgbClr val="A0968C"/>
                </a:solidFill>
                <a:latin typeface="Playfair Display"/>
              </a:rPr>
              <a:t>And on Monday I'm
showing you exactly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000" b="0">
                <a:solidFill>
                  <a:srgbClr val="A0968C"/>
                </a:solidFill>
                <a:latin typeface="Playfair Display"/>
              </a:rPr>
              <a:t>what that looks like
with a real founder.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600" b="1">
                <a:solidFill>
                  <a:srgbClr val="E8B84B"/>
                </a:solidFill>
                <a:latin typeface="Playfair Display"/>
              </a:rPr>
              <a:t>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EDE3"/>
                </a:solidFill>
                <a:latin typeface="Playfair Display"/>
              </a:rPr>
              <a:t>My</a:t>
            </a:r>
            <a:r>
              <a:rPr sz="1400" b="1">
                <a:solidFill>
                  <a:srgbClr val="E0623E"/>
                </a:solidFill>
                <a:latin typeface="Playfair Display"/>
              </a:rPr>
              <a:t>StoryPro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○ ○ ○ ○ ○ ○ ○ ● 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4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795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287000" cy="508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2800000"/>
            <a:ext cx="8487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spc="300">
                <a:solidFill>
                  <a:srgbClr val="FFFFFF"/>
                </a:solidFill>
                <a:latin typeface="Lato"/>
              </a:rPr>
              <a:t>JOIN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400000"/>
            <a:ext cx="8487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Playfair Display"/>
              </a:rPr>
              <a:t>Free live workshop.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3400" b="0">
                <a:solidFill>
                  <a:srgbClr val="F5EDE3"/>
                </a:solidFill>
                <a:latin typeface="Playfair Display"/>
              </a:rPr>
              <a:t>Monday May 5th
12PM 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43500" y="6200000"/>
            <a:ext cx="400000" cy="25400"/>
          </a:xfrm>
          <a:prstGeom prst="rect">
            <a:avLst/>
          </a:prstGeom>
          <a:solidFill>
            <a:srgbClr val="C9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3500" y="6600000"/>
            <a:ext cx="7000000" cy="90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94A2C"/>
                </a:solidFill>
                <a:latin typeface="Playfair Display"/>
              </a:rPr>
              <a:t>Comment WORKSHOP
to 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1758750"/>
            <a:ext cx="10287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ayfair Display"/>
              </a:rPr>
              <a:t>My</a:t>
            </a:r>
            <a:r>
              <a:rPr sz="1600" b="1">
                <a:solidFill>
                  <a:srgbClr val="F5EDE3"/>
                </a:solidFill>
                <a:latin typeface="Playfair Display"/>
              </a:rPr>
              <a:t>StoryPro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2058750"/>
            <a:ext cx="10287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5EDE3"/>
                </a:solidFill>
                <a:latin typeface="Lato"/>
              </a:rPr>
              <a:t>mystorypro.ai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258750"/>
            <a:ext cx="10287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968C"/>
                </a:solidFill>
                <a:latin typeface="Lato"/>
              </a:rPr>
              <a:t>○ ○ ○ ○ ○ ○ ○ ○ 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