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8A99A"/>
                </a:solidFill>
                <a:latin typeface="Lato"/>
                <a:spc>
                  <a:spcPts val="400"/>
                </a:spc>
              </a:rPr>
              <a:t>SLIDE 16 — MYSTORYPRO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>
                <a:solidFill>
                  <a:srgbClr val="B8A99A"/>
                </a:solidFill>
                <a:latin typeface="Playfair Display"/>
              </a:rPr>
              <a:t>Generic AI starts with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41208"/>
                </a:solidFill>
                <a:latin typeface="Playfair Display"/>
              </a:rPr>
              <a:t>MyStoryPro starts with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4A2C"/>
                </a:solidFill>
                <a:latin typeface="Lato"/>
                <a:spc>
                  <a:spcPts val="300"/>
                </a:spc>
              </a:rPr>
              <a:t>VOICE ANALYSIS  ·  STORY BANK  ·  QUESTION NINE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i="1">
                <a:solidFill>
                  <a:srgbClr val="B8A99A"/>
                </a:solidFill>
                <a:latin typeface="Lato"/>
              </a:rPr>
              <a:t>Not a content generator.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sz="2600">
                <a:solidFill>
                  <a:srgbClr val="241208"/>
                </a:solidFill>
                <a:latin typeface="Playfair Display"/>
              </a:rPr>
              <a:t>A thinking partner that knows you well enough
to ask the questions </a:t>
            </a:r>
            <a:r>
              <a:rPr sz="2600" i="1">
                <a:solidFill>
                  <a:srgbClr val="C94A2C"/>
                </a:solidFill>
                <a:latin typeface="Playfair Display"/>
              </a:rPr>
              <a:t>you won't ask yourself.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rgbClr val="24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42632" y="640080"/>
            <a:ext cx="4206240" cy="5577840"/>
          </a:xfrm>
          <a:prstGeom prst="rect">
            <a:avLst/>
          </a:prstGeom>
          <a:noFill/>
          <a:ln w="9525">
            <a:solidFill>
              <a:srgbClr val="3D2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4A2C"/>
                </a:solidFill>
                <a:latin typeface="Lato"/>
                <a:spc>
                  <a:spcPts val="600"/>
                </a:spc>
              </a:rPr>
              <a:t>PHILOSOPHY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74320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8F1E8"/>
                </a:solidFill>
                <a:latin typeface="Playfair Display"/>
              </a:rPr>
              <a:t>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5204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1">
                <a:solidFill>
                  <a:srgbClr val="F8F1E8"/>
                </a:solidFill>
                <a:latin typeface="Playfair Display"/>
              </a:rPr>
              <a:t>is a feature.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8552" y="4572000"/>
            <a:ext cx="914400" cy="254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8A7A6A"/>
                </a:solidFill>
                <a:latin typeface="Lato"/>
              </a:rPr>
              <a:t>We built it that way on purpose.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